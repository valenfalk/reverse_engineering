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B7058-09F6-42CE-9ADF-1B67EE606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30DA53-8188-4C47-9E39-791763C8D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201BC-0E02-43C8-993D-B7A8F31C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E750D0-A4E0-4E97-9C1C-FA3F3B24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91ACCE-3FF2-4981-AAC8-FD9BF8CD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26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15EE2-A126-454D-B9B5-2BC04E76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7F0084-AFCD-41EB-A8C7-4BE591AEF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3429BE-8488-486E-A213-9D6F6DFF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E4E7D-DF19-4508-9F63-808336D7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8C9954-8C18-47AD-9FEC-F9501BF3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7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99A30-DC8F-4AD5-99CD-461227D55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287F6E-BAE9-4823-8FA6-8C55EA5D9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0F290E-00A1-4C4D-9FA6-9F578866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A8F86D-633A-4B0F-80DF-581CBC57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809DF4-3EC2-441E-8880-CC68D79C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43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7B7E9-BDE3-4ABB-832D-5ABE30A3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A39F44-E1D8-4606-B0FD-68314E9D8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3B443D-C79B-4899-A445-36371BAA3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BC3893-E941-44A5-8140-CF333A1B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664871-96CA-4F61-865A-7EDEC4AD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069070-BF23-4DF4-A940-3320DECE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08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461C6-8FC3-42DA-88D5-049BE122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99183D-8A48-4505-AAA5-C2CEAB5BA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31500E-4968-4E48-80BC-457469351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A6FA32-D528-49C7-AAA5-F44AFAF7F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949F10-F387-44F3-A883-AD16D3670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1E571C-F24E-45A2-85E2-6F2FC011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3CE319-7911-48A2-B358-07F5DBC3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6FC713-AA31-41CE-A32F-CE6144A4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39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81C29-3123-47F1-9CB4-A24F4E62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462B38-C8B5-4336-A5C7-219A8D05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AFF74B6-E775-4AB7-8A35-09653FD4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88D97B-337E-4AB5-B428-E2A319BD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75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F5CE5D-A779-4682-9744-70750C34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F8B99CC-74AE-4CEC-8CFE-0E180CC9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6199B5-1FEF-49A6-9993-F837DBEB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36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205B8-46F0-4EC6-970C-9B1CA2B6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F9E610-B343-4388-82DD-D8BE1EA4E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1B953E-7FFD-4E06-88A8-8F375116D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C3FF20-5EB3-4EB2-89EA-92EE46E7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5AC315-9CEE-4333-A667-9FDA8BF9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842D52-E176-4F2D-8AF9-49A2D201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02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53C8B-6273-40E4-82EF-1BB1D0CD3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AC101A-9A8A-45C4-BA7F-8F89D87B2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5B7EF6-5412-4D5B-8F3F-60DBDF538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C40DA0-C053-4EEF-8E1F-C6E482C6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56CAA0-6401-4655-A40A-5EA96A1F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80FE5E-FE8E-4D07-98B4-C856D2C0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34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6B147-A211-4E56-AEC6-C7EAEEFC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BFBECC-E35C-4773-BD82-926AD49E9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D1F8B-1356-4DB2-BFB2-7ACE4D0E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A893CA-770B-4785-94BD-BAB02247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6EA91A-2838-44FF-9787-3982F0F7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0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59869F-29C4-4EBC-A043-69098321A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A8E1F1-7EA6-48BD-99A0-204CEBCF0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23E51F-BD10-4A1D-985A-B4C98B3A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64DDD3-032A-4C0C-8CA3-0B281888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C59961-5334-4163-8BBB-47926215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30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85E15-07D6-461F-B7AC-E7269068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7BD33A-6C95-4E8A-A84A-2C8D627C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48AC60-0A37-4021-8FBE-E720CFE4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DDCD4-459D-41DF-A10F-D6B834F76015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D78FC2-39B1-4694-9367-0BD84DC83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F59438-E1FD-43A9-917D-CADECB74E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D2C4-D913-4BB2-8E26-B94FB56E6B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19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48DFF-0DDB-4A44-9EB4-449305B23E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Энтропия. Исследовательская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4C4A2A-E87D-4420-936B-B8EA3CFC3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 err="1"/>
              <a:t>Мавзовин</a:t>
            </a:r>
            <a:r>
              <a:rPr lang="ru-RU" dirty="0"/>
              <a:t> Пётр, ТКИ-341</a:t>
            </a:r>
          </a:p>
        </p:txBody>
      </p:sp>
    </p:spTree>
    <p:extLst>
      <p:ext uri="{BB962C8B-B14F-4D97-AF65-F5344CB8AC3E}">
        <p14:creationId xmlns:p14="http://schemas.microsoft.com/office/powerpoint/2010/main" val="260816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A3D1-EF01-4442-B15E-9B8BE661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начала выполнения исследования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1D1D23C-F15F-443E-B7DC-50C6A86E8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21" y="3036163"/>
            <a:ext cx="3935261" cy="3456712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B52684-AE4B-46F6-93D1-C8CF1D1CB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75" y="3016251"/>
            <a:ext cx="3562971" cy="347662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FA51ED-4E80-4C65-9FAD-2136595549F9}"/>
              </a:ext>
            </a:extLst>
          </p:cNvPr>
          <p:cNvSpPr/>
          <p:nvPr/>
        </p:nvSpPr>
        <p:spPr>
          <a:xfrm>
            <a:off x="3923930" y="1393286"/>
            <a:ext cx="3107185" cy="5948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Создадим Три Программы, для Одной Задачи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52A9C9-C2B8-4B76-A917-7AED26249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8" y="3016251"/>
            <a:ext cx="3586846" cy="347662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C15E80-C7E8-4FA7-A418-63B2B21DD471}"/>
              </a:ext>
            </a:extLst>
          </p:cNvPr>
          <p:cNvSpPr/>
          <p:nvPr/>
        </p:nvSpPr>
        <p:spPr>
          <a:xfrm>
            <a:off x="939011" y="2522737"/>
            <a:ext cx="2592280" cy="2840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428313-A2CE-488F-AC6E-8644BC7DF5C8}"/>
              </a:ext>
            </a:extLst>
          </p:cNvPr>
          <p:cNvSpPr/>
          <p:nvPr/>
        </p:nvSpPr>
        <p:spPr>
          <a:xfrm>
            <a:off x="4926720" y="2522737"/>
            <a:ext cx="2592280" cy="2840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54F8DC4-403D-41A8-89B2-65107D7B7003}"/>
              </a:ext>
            </a:extLst>
          </p:cNvPr>
          <p:cNvSpPr/>
          <p:nvPr/>
        </p:nvSpPr>
        <p:spPr>
          <a:xfrm>
            <a:off x="8737861" y="2531615"/>
            <a:ext cx="2592280" cy="2840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62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457D7-7FB2-4006-86AF-8B108809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Упакуем файлы, упаковщиком для </a:t>
            </a:r>
            <a:r>
              <a:rPr lang="en-US" dirty="0"/>
              <a:t>Exe</a:t>
            </a:r>
            <a:r>
              <a:rPr lang="ru-RU" dirty="0"/>
              <a:t> и рассчитаем их энтропию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9A19875-20D6-4089-BE87-3809100BE6E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930592"/>
            <a:ext cx="9770616" cy="93689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9E57F3-5394-4CFC-BC17-3B1751830AF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3050935"/>
            <a:ext cx="9770616" cy="9368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EAA247-79CC-4F07-ABE6-2E3F16AD376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" y="4261429"/>
            <a:ext cx="9770616" cy="8165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BC53B1-B38F-47C1-97FD-B96A4C2C8B7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" y="5351567"/>
            <a:ext cx="9770616" cy="8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9F3E9-966D-492B-A0FE-25FE201B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Теперь создадим набор файлов, разного формата(не исполняемых)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3B2ED9A-53B5-4A35-80A9-0A6F66C661F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660" y="1825625"/>
            <a:ext cx="64586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22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93384-DD39-4CB7-BA65-E89C930B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Проверим содержимое в </a:t>
            </a:r>
            <a:r>
              <a:rPr lang="en-US" dirty="0"/>
              <a:t>Hex-</a:t>
            </a:r>
            <a:r>
              <a:rPr lang="ru-RU" dirty="0"/>
              <a:t>редакторе и построим Гистограммы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249DDA8-293C-4EA2-A991-A312B0DF60A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96" y="2237172"/>
            <a:ext cx="5948039" cy="38598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777CB5-193F-4D6F-AD32-BE193A69A17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066" y="2237172"/>
            <a:ext cx="5015143" cy="38598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BF17A6-6F74-489E-B690-87B6EB3BCF01}"/>
              </a:ext>
            </a:extLst>
          </p:cNvPr>
          <p:cNvSpPr/>
          <p:nvPr/>
        </p:nvSpPr>
        <p:spPr>
          <a:xfrm>
            <a:off x="1100831" y="1775534"/>
            <a:ext cx="4225771" cy="3817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Data.xlsx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184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14EF6-2D80-435D-83DC-E200644D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Далее осталось выбрать упаковщик, для неисполняемых файлов и проверить на них энтропию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B224D0-307D-402D-A367-A879E7969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503"/>
            <a:ext cx="10515600" cy="97971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Выберем в качестве упаковщика, архиватор 7</a:t>
            </a:r>
            <a:r>
              <a:rPr lang="en-US" dirty="0"/>
              <a:t>z</a:t>
            </a:r>
          </a:p>
          <a:p>
            <a:r>
              <a:rPr lang="ru-RU" dirty="0"/>
              <a:t>Заархивируем данные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C7226C-423F-48BA-9989-17845B1FC7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9697" y="3249227"/>
            <a:ext cx="3719744" cy="336463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E18D10-1198-4963-8620-C1CBF69D4E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34143" y="3249227"/>
            <a:ext cx="3598417" cy="33646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956002-9F19-4A53-A9C3-BB5040631EE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708993" y="3249227"/>
            <a:ext cx="3085101" cy="33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39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EFD26-A501-475D-BFB9-9C31FD06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239A705-DAAC-4CF4-9686-9590203C9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118" y="1755706"/>
            <a:ext cx="9353550" cy="207645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029372-5F9E-4D99-A24D-F515487C9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528" y="3897174"/>
            <a:ext cx="8332813" cy="153596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0173D3-68C3-47BE-BDA6-59C2DFA9A2AC}"/>
              </a:ext>
            </a:extLst>
          </p:cNvPr>
          <p:cNvSpPr/>
          <p:nvPr/>
        </p:nvSpPr>
        <p:spPr>
          <a:xfrm>
            <a:off x="745724" y="5805996"/>
            <a:ext cx="10777492" cy="6868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ывод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Чем лучше(меньше) коэффициент сжатия файла, с помощью упаковщика – тем сильнее увеличивается энтропия файла, после упаковки</a:t>
            </a:r>
          </a:p>
          <a:p>
            <a:pPr algn="ctr"/>
            <a:endParaRPr lang="ru-RU" sz="1400" dirty="0">
              <a:ln>
                <a:solidFill>
                  <a:schemeClr val="bg1"/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1005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104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Энтропия. Исследовательская работа</vt:lpstr>
      <vt:lpstr>Для начала выполнения исследования</vt:lpstr>
      <vt:lpstr>Упакуем файлы, упаковщиком для Exe и рассчитаем их энтропию </vt:lpstr>
      <vt:lpstr>Теперь создадим набор файлов, разного формата(не исполняемых)</vt:lpstr>
      <vt:lpstr>Проверим содержимое в Hex-редакторе и построим Гистограммы</vt:lpstr>
      <vt:lpstr>Далее осталось выбрать упаковщик, для неисполняемых файлов и проверить на них энтропию</vt:lpstr>
      <vt:lpstr>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Энтропия. Исследовательская работа</dc:title>
  <dc:creator>User</dc:creator>
  <cp:lastModifiedBy>User</cp:lastModifiedBy>
  <cp:revision>7</cp:revision>
  <dcterms:created xsi:type="dcterms:W3CDTF">2026-04-27T13:13:25Z</dcterms:created>
  <dcterms:modified xsi:type="dcterms:W3CDTF">2026-04-27T13:29:40Z</dcterms:modified>
</cp:coreProperties>
</file>