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3" r:id="rId4"/>
    <p:sldId id="259" r:id="rId5"/>
    <p:sldId id="265" r:id="rId6"/>
    <p:sldId id="261" r:id="rId7"/>
    <p:sldId id="267" r:id="rId8"/>
    <p:sldId id="269" r:id="rId9"/>
    <p:sldId id="270" r:id="rId10"/>
    <p:sldId id="272" r:id="rId11"/>
    <p:sldId id="275" r:id="rId12"/>
    <p:sldId id="277" r:id="rId13"/>
    <p:sldId id="280" r:id="rId14"/>
    <p:sldId id="281" r:id="rId15"/>
    <p:sldId id="286" r:id="rId16"/>
    <p:sldId id="284" r:id="rId17"/>
    <p:sldId id="287" r:id="rId18"/>
    <p:sldId id="289" r:id="rId19"/>
    <p:sldId id="292" r:id="rId20"/>
    <p:sldId id="293" r:id="rId21"/>
    <p:sldId id="296" r:id="rId22"/>
    <p:sldId id="294" r:id="rId23"/>
    <p:sldId id="298" r:id="rId24"/>
    <p:sldId id="301" r:id="rId25"/>
    <p:sldId id="302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>
      <p:cViewPr>
        <p:scale>
          <a:sx n="66" d="100"/>
          <a:sy n="66" d="100"/>
        </p:scale>
        <p:origin x="-1930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A723C-8477-45CC-A63C-A840FB758005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D5B0C-D5AE-466C-BA87-518724746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03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0D5B0C-D5AE-466C-BA87-5187247467C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542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243A-E530-4E18-8E6A-E67BA4527926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2B2E9-2DFF-40D8-8AF7-0F36DF391DFD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50A18-AA8A-4082-BB75-5A3EB591CD88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0D7D-4222-4E9A-BE41-5108C877B5C4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765-DC94-4A2B-AC4E-88C22A6997D6}" type="datetime1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9B1F6-7563-4979-94FD-B6DC6D3EB191}" type="datetime1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4B01A-B487-4723-999D-F9D5E96F27D4}" type="datetime1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777D-A27C-4952-86FD-287D1D13914B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646A-B686-47E0-A4E0-E6D4E9D9EFE6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387B-E4FD-41DE-B899-F567CF3B0462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0B4-0427-41B1-BC10-140C13F62E5F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76BCA-3920-43AB-8629-A8D2611D20AC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5656" y="1700808"/>
            <a:ext cx="6334472" cy="1470025"/>
          </a:xfrm>
        </p:spPr>
        <p:txBody>
          <a:bodyPr/>
          <a:lstStyle/>
          <a:p>
            <a:r>
              <a:rPr lang="ru-RU" dirty="0" smtClean="0"/>
              <a:t>Отчет по Лабораторной  работе 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Подготовили: Винтфельд Рина,</a:t>
            </a:r>
          </a:p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Черемных Александр – студенты 3 курса ТКИ-341.</a:t>
            </a:r>
          </a:p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Проверили: Сидоренко Валентина Геннадиевна – проф., доктор технических наук</a:t>
            </a:r>
          </a:p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Сафронов Антон Игоревич – доцент, кандидат </a:t>
            </a:r>
            <a:r>
              <a:rPr lang="ru-RU" sz="200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технических наук.</a:t>
            </a:r>
            <a:endParaRPr lang="ru-RU" sz="20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endParaRPr lang="ru-RU" sz="2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6444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85" y="3869251"/>
            <a:ext cx="8496944" cy="2529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 smtClean="0"/>
              <a:t>ПО на языке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0451" y="349111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86685" y="6412547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44" y="1019791"/>
            <a:ext cx="8496944" cy="2502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135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10547"/>
            <a:ext cx="7772400" cy="1470025"/>
          </a:xfrm>
        </p:spPr>
        <p:txBody>
          <a:bodyPr/>
          <a:lstStyle/>
          <a:p>
            <a:r>
              <a:rPr lang="ru-RU" dirty="0"/>
              <a:t>ПО на языке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99591" y="3717032"/>
            <a:ext cx="6120680" cy="37897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7170" name="Picture 2" descr="C:\Users\MAIBENBEN\Downloads\Telegram Desktop\r_26_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1340768"/>
            <a:ext cx="7409521" cy="227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/>
          </a:p>
        </p:txBody>
      </p:sp>
      <p:pic>
        <p:nvPicPr>
          <p:cNvPr id="6" name="Picture 2" descr="C:\Users\MAIBENBEN\Downloads\Telegram Desktop\r_26_c_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4221088"/>
            <a:ext cx="7409521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одзаголовок 2"/>
          <p:cNvSpPr txBox="1">
            <a:spLocks/>
          </p:cNvSpPr>
          <p:nvPr/>
        </p:nvSpPr>
        <p:spPr>
          <a:xfrm>
            <a:off x="899591" y="5543770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22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11560" y="1475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 на языке </a:t>
            </a:r>
            <a:r>
              <a:rPr lang="en-US" dirty="0" smtClean="0"/>
              <a:t>C#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44055" y="343039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11560" y="6223311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55" y="1028700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754338"/>
            <a:ext cx="812800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126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11560" y="1475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 на языке </a:t>
            </a:r>
            <a:r>
              <a:rPr lang="en-US" dirty="0" smtClean="0"/>
              <a:t>C#</a:t>
            </a:r>
            <a:endParaRPr lang="ru-RU" dirty="0"/>
          </a:p>
        </p:txBody>
      </p:sp>
      <p:pic>
        <p:nvPicPr>
          <p:cNvPr id="9218" name="Picture 2" descr="C:\Users\MAIBENBEN\Downloads\Telegram Desktop\r_26_c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21" y="1484784"/>
            <a:ext cx="75914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720" y="5661248"/>
            <a:ext cx="6228527" cy="37897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/>
          </a:p>
        </p:txBody>
      </p:sp>
      <p:pic>
        <p:nvPicPr>
          <p:cNvPr id="6" name="Picture 2" descr="C:\Users\MAIBENBEN\Downloads\Telegram Desktop\r_26_cs_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21" y="4221088"/>
            <a:ext cx="7605449" cy="1107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одзаголовок 2"/>
          <p:cNvSpPr txBox="1">
            <a:spLocks/>
          </p:cNvSpPr>
          <p:nvPr/>
        </p:nvSpPr>
        <p:spPr>
          <a:xfrm>
            <a:off x="611560" y="3529105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36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11560" y="1475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 на языке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433760" y="3569232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33760" y="6364272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Упакованный файл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0" y="1162582"/>
            <a:ext cx="81280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0" y="3932222"/>
            <a:ext cx="8128000" cy="243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79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11560" y="1475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 на языке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5086" y="5517232"/>
            <a:ext cx="6124024" cy="37897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12290" name="Picture 2" descr="C:\Users\MAIBENBEN\Downloads\Telegram Desktop\r_26_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77152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611560" y="3714425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8" name="Picture 2" descr="C:\Users\MAIBENBEN\Downloads\Telegram Desktop\r_26_py_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93397"/>
            <a:ext cx="771525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76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 smtClean="0"/>
              <a:t>Файл </a:t>
            </a:r>
            <a:r>
              <a:rPr lang="en-US" dirty="0" smtClean="0"/>
              <a:t>.</a:t>
            </a:r>
            <a:r>
              <a:rPr lang="en-US" dirty="0" err="1" smtClean="0"/>
              <a:t>docx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03321" y="355292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08000" y="6373179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124744"/>
            <a:ext cx="81280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21" y="3929563"/>
            <a:ext cx="81280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512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 smtClean="0"/>
              <a:t>Файл </a:t>
            </a:r>
            <a:r>
              <a:rPr lang="en-US" dirty="0" smtClean="0"/>
              <a:t>.</a:t>
            </a:r>
            <a:r>
              <a:rPr lang="en-US" dirty="0" err="1" smtClean="0"/>
              <a:t>docx</a:t>
            </a:r>
            <a:endParaRPr lang="ru-RU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1484784"/>
            <a:ext cx="79121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41" y="4077072"/>
            <a:ext cx="7931150" cy="212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611560" y="3714425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598141" y="6309320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25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.txt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61472" y="3531394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11560" y="6344104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72" y="1124744"/>
            <a:ext cx="81280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72" y="3909020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263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.txt</a:t>
            </a:r>
            <a:endParaRPr lang="ru-RU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484784"/>
            <a:ext cx="78867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11</a:t>
            </a:fld>
            <a:endParaRPr lang="ru-RU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005064"/>
            <a:ext cx="7874000" cy="216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611560" y="3714425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635824" y="6309320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57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.wav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12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67010" y="3652416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80030" y="6409020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34851"/>
            <a:ext cx="81280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21748"/>
            <a:ext cx="8128000" cy="244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24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.wav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13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206500"/>
            <a:ext cx="7931150" cy="222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606425" y="3429000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732"/>
          <a:stretch/>
        </p:blipFill>
        <p:spPr bwMode="auto">
          <a:xfrm>
            <a:off x="639924" y="3910793"/>
            <a:ext cx="7897651" cy="73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2" t="79732" r="212"/>
          <a:stretch/>
        </p:blipFill>
        <p:spPr bwMode="auto">
          <a:xfrm>
            <a:off x="623174" y="4641448"/>
            <a:ext cx="7914401" cy="73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>
          <a:xfrm>
            <a:off x="623174" y="5589240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10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.mp3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927972" y="3548297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86248" y="640566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61" y="1147997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61" y="3938552"/>
            <a:ext cx="81280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055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.mp3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15</a:t>
            </a:fld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06500"/>
            <a:ext cx="7874000" cy="222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755576" y="3491066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72"/>
          <a:stretch/>
        </p:blipFill>
        <p:spPr bwMode="auto">
          <a:xfrm>
            <a:off x="765016" y="3870038"/>
            <a:ext cx="7893050" cy="1083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" t="68272" r="197"/>
          <a:stretch/>
        </p:blipFill>
        <p:spPr bwMode="auto">
          <a:xfrm>
            <a:off x="765016" y="4953965"/>
            <a:ext cx="7893050" cy="1083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>
          <a:xfrm>
            <a:off x="765016" y="6165304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06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ods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16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938849" y="3552764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86248" y="631535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044" y="1133414"/>
            <a:ext cx="812800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908705"/>
            <a:ext cx="81280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623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ods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17</a:t>
            </a:fld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124744"/>
            <a:ext cx="788035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631825" y="3331162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3738516"/>
            <a:ext cx="7842250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>
          <a:xfrm>
            <a:off x="650875" y="6021288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10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xlsx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18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08000" y="3554388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08000" y="643863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048398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940602"/>
            <a:ext cx="81280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5282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xlsx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19</a:t>
            </a:fld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052736"/>
            <a:ext cx="788035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631825" y="3173636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631825" y="5845829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3583550"/>
            <a:ext cx="7848600" cy="213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7754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png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20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31788" y="3611552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94360" y="643863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211252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980712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750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png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21</a:t>
            </a:fld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84396"/>
            <a:ext cx="7449087" cy="206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839490" y="3246573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83"/>
          <a:stretch/>
        </p:blipFill>
        <p:spPr bwMode="auto">
          <a:xfrm>
            <a:off x="862088" y="3575349"/>
            <a:ext cx="7449087" cy="103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3" t="68006" r="303" b="277"/>
          <a:stretch/>
        </p:blipFill>
        <p:spPr bwMode="auto">
          <a:xfrm>
            <a:off x="839490" y="4606724"/>
            <a:ext cx="7471685" cy="103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>
          <a:xfrm>
            <a:off x="862088" y="5656343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766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.jpg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22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3393" y="3639580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94360" y="643863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242174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4008912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781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.jpg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23</a:t>
            </a:fld>
            <a:endParaRPr lang="ru-RU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68760"/>
            <a:ext cx="7158310" cy="1978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1043608" y="3307409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671"/>
          <a:stretch/>
        </p:blipFill>
        <p:spPr bwMode="auto">
          <a:xfrm>
            <a:off x="1047503" y="3686381"/>
            <a:ext cx="7158310" cy="839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" t="72671" r="-54"/>
          <a:stretch/>
        </p:blipFill>
        <p:spPr bwMode="auto">
          <a:xfrm>
            <a:off x="1047503" y="4525701"/>
            <a:ext cx="7158310" cy="839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>
          <a:xfrm>
            <a:off x="1043608" y="5466857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138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24</a:t>
            </a:fld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1793875"/>
            <a:ext cx="8231187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0759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 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305342"/>
            <a:ext cx="84969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ходе лабораторной работы были исследованы гистограммы распределения байтов и значения энтропии для различных типов файлов в </a:t>
            </a:r>
            <a:r>
              <a:rPr lang="ru-RU" dirty="0" smtClean="0"/>
              <a:t>исходном </a:t>
            </a:r>
            <a:r>
              <a:rPr lang="ru-RU" dirty="0"/>
              <a:t>и сжатом виде.</a:t>
            </a:r>
          </a:p>
          <a:p>
            <a:r>
              <a:rPr lang="ru-RU" dirty="0"/>
              <a:t>Анализ показал, что несжатые </a:t>
            </a:r>
            <a:r>
              <a:rPr lang="ru-RU" dirty="0" smtClean="0"/>
              <a:t>файлы характеризуются </a:t>
            </a:r>
            <a:r>
              <a:rPr lang="ru-RU" dirty="0"/>
              <a:t>неравномерным распределением байтов. На гистограммах наблюдаются выраженные пики, соответствующие часто встречающимся символам (пробелы, переводы строки, буквы, служебные символы). Это свидетельствует о наличии </a:t>
            </a:r>
            <a:r>
              <a:rPr lang="ru-RU" dirty="0" smtClean="0"/>
              <a:t> структурированности </a:t>
            </a:r>
            <a:r>
              <a:rPr lang="ru-RU" dirty="0"/>
              <a:t>данных. </a:t>
            </a:r>
            <a:endParaRPr lang="ru-RU" dirty="0" smtClean="0"/>
          </a:p>
          <a:p>
            <a:r>
              <a:rPr lang="ru-RU" dirty="0"/>
              <a:t>Сжатые файлы </a:t>
            </a:r>
            <a:r>
              <a:rPr lang="ru-RU" dirty="0" smtClean="0"/>
              <a:t>демонстрируют гораздо более </a:t>
            </a:r>
            <a:r>
              <a:rPr lang="ru-RU" dirty="0"/>
              <a:t>равномерное распределение байтов. Их гистограммы приближаются к «плоской» форме, а энтропия возрастает до 7–8 бит на байт, что близко к </a:t>
            </a:r>
            <a:r>
              <a:rPr lang="ru-RU" dirty="0" smtClean="0"/>
              <a:t>максимуму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3222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2651</TotalTime>
  <Words>454</Words>
  <Application>Microsoft Office PowerPoint</Application>
  <PresentationFormat>Экран (4:3)</PresentationFormat>
  <Paragraphs>102</Paragraphs>
  <Slides>25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Отчет по Лабораторной  работе 1</vt:lpstr>
      <vt:lpstr>ПО на языке C</vt:lpstr>
      <vt:lpstr>ПО на языке C</vt:lpstr>
      <vt:lpstr>Презентация PowerPoint</vt:lpstr>
      <vt:lpstr>Презентация PowerPoint</vt:lpstr>
      <vt:lpstr>Презентация PowerPoint</vt:lpstr>
      <vt:lpstr>Презентация PowerPoint</vt:lpstr>
      <vt:lpstr>Файл .docx</vt:lpstr>
      <vt:lpstr>Файл .docx</vt:lpstr>
      <vt:lpstr>Файл .txt</vt:lpstr>
      <vt:lpstr>Файл .txt</vt:lpstr>
      <vt:lpstr>Файл .wav</vt:lpstr>
      <vt:lpstr>Файл .wav</vt:lpstr>
      <vt:lpstr>Файл .mp3</vt:lpstr>
      <vt:lpstr>Файл .mp3</vt:lpstr>
      <vt:lpstr>Файл .ods</vt:lpstr>
      <vt:lpstr>Файл .ods</vt:lpstr>
      <vt:lpstr>Файл .xlsx</vt:lpstr>
      <vt:lpstr>Файл .xlsx</vt:lpstr>
      <vt:lpstr>Файл .png</vt:lpstr>
      <vt:lpstr>Файл .png</vt:lpstr>
      <vt:lpstr>Файл .jpg</vt:lpstr>
      <vt:lpstr>Файл .jpg</vt:lpstr>
      <vt:lpstr>Таблица </vt:lpstr>
      <vt:lpstr>Вывод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Лабораторной  работе 1</dc:title>
  <dc:creator>MAIBENBEN</dc:creator>
  <cp:lastModifiedBy>MAIBENBEN</cp:lastModifiedBy>
  <cp:revision>61</cp:revision>
  <dcterms:created xsi:type="dcterms:W3CDTF">2026-02-11T09:09:31Z</dcterms:created>
  <dcterms:modified xsi:type="dcterms:W3CDTF">2026-02-16T22:04:23Z</dcterms:modified>
</cp:coreProperties>
</file>