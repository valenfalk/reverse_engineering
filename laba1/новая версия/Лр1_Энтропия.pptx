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3" r:id="rId4"/>
    <p:sldId id="259" r:id="rId5"/>
    <p:sldId id="265" r:id="rId6"/>
    <p:sldId id="261" r:id="rId7"/>
    <p:sldId id="267" r:id="rId8"/>
    <p:sldId id="269" r:id="rId9"/>
    <p:sldId id="270" r:id="rId10"/>
    <p:sldId id="272" r:id="rId11"/>
    <p:sldId id="275" r:id="rId12"/>
    <p:sldId id="277" r:id="rId13"/>
    <p:sldId id="280" r:id="rId14"/>
    <p:sldId id="281" r:id="rId15"/>
    <p:sldId id="286" r:id="rId16"/>
    <p:sldId id="284" r:id="rId17"/>
    <p:sldId id="287" r:id="rId18"/>
    <p:sldId id="289" r:id="rId19"/>
    <p:sldId id="292" r:id="rId20"/>
    <p:sldId id="293" r:id="rId21"/>
    <p:sldId id="296" r:id="rId22"/>
    <p:sldId id="294" r:id="rId23"/>
    <p:sldId id="298" r:id="rId24"/>
    <p:sldId id="301" r:id="rId25"/>
    <p:sldId id="302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>
      <p:cViewPr>
        <p:scale>
          <a:sx n="66" d="100"/>
          <a:sy n="66" d="100"/>
        </p:scale>
        <p:origin x="-1930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A723C-8477-45CC-A63C-A840FB758005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D5B0C-D5AE-466C-BA87-518724746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03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0D5B0C-D5AE-466C-BA87-5187247467C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54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243A-E530-4E18-8E6A-E67BA4527926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B2E9-2DFF-40D8-8AF7-0F36DF391DFD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50A18-AA8A-4082-BB75-5A3EB591CD88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0D7D-4222-4E9A-BE41-5108C877B5C4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765-DC94-4A2B-AC4E-88C22A6997D6}" type="datetime1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B1F6-7563-4979-94FD-B6DC6D3EB191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4B01A-B487-4723-999D-F9D5E96F27D4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777D-A27C-4952-86FD-287D1D13914B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5646A-B686-47E0-A4E0-E6D4E9D9EFE6}" type="datetime1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387B-E4FD-41DE-B899-F567CF3B0462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0B4-0427-41B1-BC10-140C13F62E5F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76BCA-3920-43AB-8629-A8D2611D20AC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6" y="1700808"/>
            <a:ext cx="6334472" cy="1470025"/>
          </a:xfrm>
        </p:spPr>
        <p:txBody>
          <a:bodyPr/>
          <a:lstStyle/>
          <a:p>
            <a:r>
              <a:rPr lang="ru-RU" dirty="0" smtClean="0"/>
              <a:t>Отчет по Лабораторной  работе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Подготовили: Винтфельд Рина,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Черемных Александр – студенты 3 курса ТКИ-341.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Сафронов Антон Игоревич – доцент, кандидат </a:t>
            </a:r>
            <a:r>
              <a:rPr lang="ru-RU" sz="200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технических наук.</a:t>
            </a:r>
            <a:endParaRPr lang="ru-RU" sz="20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ru-RU" sz="2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6444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85" y="3869251"/>
            <a:ext cx="8496944" cy="2529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ПО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0451" y="349111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86685" y="6412547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4" y="1019791"/>
            <a:ext cx="8496944" cy="2502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13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0547"/>
            <a:ext cx="7772400" cy="1470025"/>
          </a:xfrm>
        </p:spPr>
        <p:txBody>
          <a:bodyPr/>
          <a:lstStyle/>
          <a:p>
            <a:r>
              <a:rPr lang="ru-RU" dirty="0"/>
              <a:t>ПО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8393" y="4077072"/>
            <a:ext cx="6120680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7170" name="Picture 2" descr="C:\Users\MAIBENBEN\Downloads\Telegram Desktop\r_26_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139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  <p:pic>
        <p:nvPicPr>
          <p:cNvPr id="6" name="Picture 2" descr="C:\Users\MAIBENBEN\Downloads\Telegram Desktop\r_26_c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53" y="4437112"/>
            <a:ext cx="9160253" cy="137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1511729" y="6100902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22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C#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44055" y="343039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11560" y="6223311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5" y="1028700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754338"/>
            <a:ext cx="81280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12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C#</a:t>
            </a:r>
            <a:endParaRPr lang="ru-RU" dirty="0"/>
          </a:p>
        </p:txBody>
      </p:sp>
      <p:pic>
        <p:nvPicPr>
          <p:cNvPr id="9218" name="Picture 2" descr="C:\Users\MAIBENBEN\Downloads\Telegram Desktop\r_26_c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82460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9672" y="5589240"/>
            <a:ext cx="6228527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  <p:pic>
        <p:nvPicPr>
          <p:cNvPr id="6" name="Picture 2" descr="C:\Users\MAIBENBEN\Downloads\Telegram Desktop\r_26_cs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5064"/>
            <a:ext cx="9144000" cy="133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1530890" y="352910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6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33760" y="356923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33760" y="636427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Упакованный файл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0" y="1162582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0" y="3932222"/>
            <a:ext cx="8128000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96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11560" y="1475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 на языке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9672" y="5589240"/>
            <a:ext cx="6124024" cy="37897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12290" name="Picture 2" descr="C:\Users\MAIBENBEN\Downloads\Telegram Desktop\r_26_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1948"/>
            <a:ext cx="9144000" cy="216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511660" y="3714425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8" name="Picture 2" descr="C:\Users\MAIBENBEN\Downloads\Telegram Desktop\r_26_py_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93396"/>
            <a:ext cx="9144000" cy="13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76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.</a:t>
            </a:r>
            <a:r>
              <a:rPr lang="en-US" dirty="0" err="1" smtClean="0"/>
              <a:t>docx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03321" y="355292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8000" y="6373179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124744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3929563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512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.</a:t>
            </a:r>
            <a:r>
              <a:rPr lang="en-US" dirty="0" err="1" smtClean="0"/>
              <a:t>docx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503376" y="3528182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1503376" y="573325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221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1088"/>
            <a:ext cx="9144000" cy="1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825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.txt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61472" y="353139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634410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72" y="1124744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72" y="3909020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263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.txt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1511660" y="3625044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511660" y="5661248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2191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93095"/>
            <a:ext cx="9144000" cy="1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257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.wav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67010" y="3652416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80030" y="6409020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34851"/>
            <a:ext cx="8128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21748"/>
            <a:ext cx="8128000" cy="2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24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.wav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550494" y="352804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1516664" y="5573341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" y="1150539"/>
            <a:ext cx="9133992" cy="2213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71493"/>
            <a:ext cx="9144000" cy="123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10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.mp3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27972" y="3548297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86248" y="640566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1" y="1147997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1" y="3938552"/>
            <a:ext cx="8128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55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.mp3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511660" y="3475003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1511660" y="5458423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4119"/>
            <a:ext cx="9144000" cy="2192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3056"/>
            <a:ext cx="9144000" cy="1222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206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ods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16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938849" y="3552764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86248" y="631535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44" y="1133414"/>
            <a:ext cx="81280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08705"/>
            <a:ext cx="81280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623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ods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1520490" y="3514199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1509026" y="5517232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3797"/>
            <a:ext cx="9161661" cy="217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929" y="4098925"/>
            <a:ext cx="9184590" cy="1233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710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xlsx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08000" y="3554388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0800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048398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40602"/>
            <a:ext cx="8128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28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xlsx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506878" y="357301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1506878" y="5661248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65" y="1268760"/>
            <a:ext cx="9153566" cy="2155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779" y="4108425"/>
            <a:ext cx="9271994" cy="1268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754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png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31788" y="3611552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9436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21125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8071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50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</a:t>
            </a:r>
            <a:r>
              <a:rPr lang="en-US" dirty="0" err="1" smtClean="0"/>
              <a:t>png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511661" y="3760884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1511661" y="5661248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68760"/>
            <a:ext cx="9144000" cy="218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39856"/>
            <a:ext cx="9144000" cy="126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476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.jpg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3393" y="3639580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Неупакованный файл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94360" y="6438635"/>
            <a:ext cx="373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</a:t>
            </a:r>
            <a:r>
              <a:rPr lang="ru-RU" dirty="0" smtClean="0"/>
              <a:t>пакованный файл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242174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4008912"/>
            <a:ext cx="8128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781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759"/>
            <a:ext cx="7772400" cy="1470025"/>
          </a:xfrm>
        </p:spPr>
        <p:txBody>
          <a:bodyPr/>
          <a:lstStyle/>
          <a:p>
            <a:r>
              <a:rPr lang="ru-RU" dirty="0"/>
              <a:t>Ф</a:t>
            </a:r>
            <a:r>
              <a:rPr lang="ru-RU" dirty="0" smtClean="0"/>
              <a:t>айл </a:t>
            </a:r>
            <a:r>
              <a:rPr lang="en-US" dirty="0" smtClean="0"/>
              <a:t>.jpg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1511660" y="3861048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неупакованного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1511660" y="5733256"/>
            <a:ext cx="6120680" cy="378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Посчитали энтропию упакованного файла с помощью </a:t>
            </a:r>
            <a:r>
              <a:rPr lang="en-US" sz="2000" dirty="0" smtClean="0">
                <a:solidFill>
                  <a:schemeClr val="tx1"/>
                </a:solidFill>
              </a:rPr>
              <a:t>radar2.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5"/>
            <a:ext cx="9144000" cy="218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59608"/>
            <a:ext cx="9144000" cy="1283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2138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793875"/>
            <a:ext cx="8231187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759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305342"/>
            <a:ext cx="8496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ходе лабораторной работы были исследованы гистограммы распределения байтов и значения энтропии для различных типов файлов в </a:t>
            </a:r>
            <a:r>
              <a:rPr lang="ru-RU" dirty="0" smtClean="0"/>
              <a:t>исходном </a:t>
            </a:r>
            <a:r>
              <a:rPr lang="ru-RU" dirty="0"/>
              <a:t>и сжатом виде.</a:t>
            </a:r>
          </a:p>
          <a:p>
            <a:r>
              <a:rPr lang="ru-RU" dirty="0"/>
              <a:t>Анализ показал, что несжатые </a:t>
            </a:r>
            <a:r>
              <a:rPr lang="ru-RU" dirty="0" smtClean="0"/>
              <a:t>файлы характеризуются </a:t>
            </a:r>
            <a:r>
              <a:rPr lang="ru-RU" dirty="0"/>
              <a:t>неравномерным распределением байтов. На гистограммах наблюдаются выраженные пики, соответствующие часто встречающимся символам (пробелы, переводы строки, буквы, служебные символы). Это свидетельствует о наличии </a:t>
            </a:r>
            <a:r>
              <a:rPr lang="ru-RU" dirty="0" smtClean="0"/>
              <a:t> структурированности </a:t>
            </a:r>
            <a:r>
              <a:rPr lang="ru-RU" dirty="0"/>
              <a:t>данных. </a:t>
            </a:r>
            <a:endParaRPr lang="ru-RU" dirty="0" smtClean="0"/>
          </a:p>
          <a:p>
            <a:r>
              <a:rPr lang="ru-RU" dirty="0"/>
              <a:t>Сжатые файлы </a:t>
            </a:r>
            <a:r>
              <a:rPr lang="ru-RU" dirty="0" smtClean="0"/>
              <a:t>демонстрируют гораздо более </a:t>
            </a:r>
            <a:r>
              <a:rPr lang="ru-RU" dirty="0"/>
              <a:t>равномерное распределение байтов. Их гистограммы приближаются к «плоской» форме, а энтропия возрастает до 7–8 бит на байт, что близко к </a:t>
            </a:r>
            <a:r>
              <a:rPr lang="ru-RU" dirty="0" smtClean="0"/>
              <a:t>максимуму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3222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454</Words>
  <Application>Microsoft Office PowerPoint</Application>
  <PresentationFormat>Экран (4:3)</PresentationFormat>
  <Paragraphs>102</Paragraphs>
  <Slides>25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Отчет по Лабораторной  работе 1</vt:lpstr>
      <vt:lpstr>ПО на языке C</vt:lpstr>
      <vt:lpstr>ПО на языке C</vt:lpstr>
      <vt:lpstr>Презентация PowerPoint</vt:lpstr>
      <vt:lpstr>Презентация PowerPoint</vt:lpstr>
      <vt:lpstr>Презентация PowerPoint</vt:lpstr>
      <vt:lpstr>Презентация PowerPoint</vt:lpstr>
      <vt:lpstr>Файл .docx</vt:lpstr>
      <vt:lpstr>Файл .docx</vt:lpstr>
      <vt:lpstr>Файл .txt</vt:lpstr>
      <vt:lpstr>Файл .txt</vt:lpstr>
      <vt:lpstr>Файл .wav</vt:lpstr>
      <vt:lpstr>Файл .wav</vt:lpstr>
      <vt:lpstr>Файл .mp3</vt:lpstr>
      <vt:lpstr>Файл .mp3</vt:lpstr>
      <vt:lpstr>Файл .ods</vt:lpstr>
      <vt:lpstr>Файл .ods</vt:lpstr>
      <vt:lpstr>Файл .xlsx</vt:lpstr>
      <vt:lpstr>Файл .xlsx</vt:lpstr>
      <vt:lpstr>Файл .png</vt:lpstr>
      <vt:lpstr>Файл .png</vt:lpstr>
      <vt:lpstr>Файл .jpg</vt:lpstr>
      <vt:lpstr>Файл .jpg</vt:lpstr>
      <vt:lpstr>Таблица </vt:lpstr>
      <vt:lpstr>Вывод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Лабораторной  работе 1</dc:title>
  <dc:creator>MAIBENBEN</dc:creator>
  <cp:lastModifiedBy>MAIBENBEN</cp:lastModifiedBy>
  <cp:revision>71</cp:revision>
  <dcterms:created xsi:type="dcterms:W3CDTF">2026-02-11T09:09:31Z</dcterms:created>
  <dcterms:modified xsi:type="dcterms:W3CDTF">2026-02-18T21:09:03Z</dcterms:modified>
</cp:coreProperties>
</file>